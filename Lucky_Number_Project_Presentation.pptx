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Lucky Number Game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Group Contributors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 Contributor Name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sz="2000" dirty="0"/>
              <a:t>   KHYATHI TEJA.K</a:t>
            </a:r>
          </a:p>
          <a:p>
            <a:pPr marL="0" indent="0">
              <a:buNone/>
            </a:pPr>
            <a:r>
              <a:rPr lang="en-US" sz="2000" dirty="0"/>
              <a:t>   CDS/2025/1318</a:t>
            </a:r>
          </a:p>
          <a:p>
            <a:pPr marL="0" indent="0">
              <a:buNone/>
            </a:pPr>
            <a:r>
              <a:rPr lang="en-US" sz="2000" dirty="0"/>
              <a:t>    SECTION -4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Flask – Web framework</a:t>
            </a:r>
          </a:p>
          <a:p>
            <a:r>
              <a:t>• Random – Generate random numbers</a:t>
            </a:r>
          </a:p>
          <a:p>
            <a:r>
              <a:t>• Session handling from Flask</a:t>
            </a:r>
          </a:p>
          <a:p>
            <a:r>
              <a:t>• HTML templates using render_template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Code</a:t>
            </a:r>
          </a:p>
        </p:txBody>
      </p:sp>
      <p:pic>
        <p:nvPicPr>
          <p:cNvPr id="3" name="Picture 2" descr="cod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Output</a:t>
            </a:r>
          </a:p>
        </p:txBody>
      </p:sp>
      <p:pic>
        <p:nvPicPr>
          <p:cNvPr id="3" name="Picture 2" descr="output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Flask web application development</a:t>
            </a:r>
          </a:p>
          <a:p>
            <a:r>
              <a:t>• Understood session management in Python</a:t>
            </a:r>
          </a:p>
          <a:p>
            <a:r>
              <a:t>• Implemented random number generation</a:t>
            </a:r>
          </a:p>
          <a:p>
            <a:r>
              <a:t>• Improved problem-solving and debugging skills</a:t>
            </a:r>
          </a:p>
          <a:p>
            <a:r>
              <a:t>• Learned frontend-backend interaction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</Words>
  <Application>Microsoft Office PowerPoint</Application>
  <PresentationFormat>On-screen Show (4:3)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Lucky Number Game Project</vt:lpstr>
      <vt:lpstr>Group Contributors</vt:lpstr>
      <vt:lpstr>Libraries Used</vt:lpstr>
      <vt:lpstr>Main Code</vt:lpstr>
      <vt:lpstr>Running Output</vt:lpstr>
      <vt:lpstr>Learning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KHYATHI TEJA KETHARI</cp:lastModifiedBy>
  <cp:revision>2</cp:revision>
  <dcterms:created xsi:type="dcterms:W3CDTF">2013-01-27T09:14:16Z</dcterms:created>
  <dcterms:modified xsi:type="dcterms:W3CDTF">2026-05-19T13:40:08Z</dcterms:modified>
  <cp:category/>
</cp:coreProperties>
</file>